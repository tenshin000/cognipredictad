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86" r:id="rId13"/>
    <p:sldId id="280" r:id="rId14"/>
    <p:sldId id="290" r:id="rId15"/>
    <p:sldId id="291" r:id="rId16"/>
    <p:sldId id="294" r:id="rId17"/>
    <p:sldId id="296" r:id="rId18"/>
    <p:sldId id="281" r:id="rId19"/>
    <p:sldId id="295" r:id="rId20"/>
    <p:sldId id="301" r:id="rId21"/>
    <p:sldId id="305" r:id="rId22"/>
    <p:sldId id="298" r:id="rId23"/>
    <p:sldId id="310" r:id="rId24"/>
    <p:sldId id="307" r:id="rId25"/>
    <p:sldId id="283" r:id="rId26"/>
    <p:sldId id="261" r:id="rId27"/>
    <p:sldId id="308" r:id="rId28"/>
    <p:sldId id="276" r:id="rId29"/>
  </p:sldIdLst>
  <p:sldSz cx="12192000" cy="6858000"/>
  <p:notesSz cx="6858000" cy="9144000"/>
  <p:embeddedFontLst>
    <p:embeddedFont>
      <p:font typeface="Play" panose="020B0604020202020204" charset="0"/>
      <p:regular r:id="rId31"/>
      <p:bold r:id="rId32"/>
    </p:embeddedFont>
    <p:embeddedFont>
      <p:font typeface="Roboto" panose="02000000000000000000" pitchFamily="2" charset="0"/>
      <p:regular r:id="rId33"/>
      <p:bold r:id="rId34"/>
      <p:italic r:id="rId35"/>
      <p:boldItalic r:id="rId36"/>
    </p:embeddedFont>
    <p:embeddedFont>
      <p:font typeface="Roboto Medium" panose="020000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360" y="96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16,421 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phase </a:t>
            </a:r>
            <a:r>
              <a:rPr lang="en-US" sz="2400" dirty="0"/>
              <a:t>concentrates on converting the visit-centric csv file into a single-row-per-subject, analysis-ready baseline cohort and on producing compact, multimodal feature tables for modelling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741471" y="5290755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arbitrarily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6003730" y="4604947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904963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904963" y="5474730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(PTMARRY), binary mapping (PTGENDER: Male=1, Female=0) and ordinal encoding for DX (CN=0, EMCI=1, LMCI=2, AD=3).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train. It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1668547" y="1371600"/>
            <a:ext cx="8941706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mPACCtrailsB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TAU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were removed because they had a high correlation with other features and their informative value was low.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/>
              <a:t>Outcome of reduction: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resulting dataset is a compact multiclass baseline table containing only the most informative demographic, cognitive, CSF and MRI/ICV features, reducing noise and redundancy and forming a robust foundation for the modelling phase. </a:t>
            </a:r>
            <a:endParaRPr lang="en-US"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AdaBoost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built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training set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evaluate 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5-fold-cross validation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Wilcoxon test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46099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(DS1, DS2)</a:t>
            </a:r>
            <a:b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mPACCdigit: (DS3, DS4)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912995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912995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2,429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2349</Words>
  <Application>Microsoft Office PowerPoint</Application>
  <PresentationFormat>Widescreen</PresentationFormat>
  <Paragraphs>445</Paragraphs>
  <Slides>28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5" baseType="lpstr">
      <vt:lpstr>Roboto</vt:lpstr>
      <vt:lpstr>Play</vt:lpstr>
      <vt:lpstr>Arial</vt:lpstr>
      <vt:lpstr>Courier New</vt:lpstr>
      <vt:lpstr>Roboto Medium</vt:lpstr>
      <vt:lpstr>Calibri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79</cp:revision>
  <dcterms:created xsi:type="dcterms:W3CDTF">2024-05-22T15:10:34Z</dcterms:created>
  <dcterms:modified xsi:type="dcterms:W3CDTF">2025-11-17T16:35:40Z</dcterms:modified>
</cp:coreProperties>
</file>